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6973F9-92AA-43F2-8121-7219D7F4A3EB}" v="3" dt="2026-07-17T09:17:20.489"/>
    <p1510:client id="{C323ACEF-23B0-433B-AA09-0DDDB881C589}" v="6" dt="2026-07-18T08:57:49.18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. Sivarangjenii" userId="6a1ad3bd27ff0c4f" providerId="LiveId" clId="{C5D502D5-499E-41D2-909C-CF4C9B8B2576}"/>
    <pc:docChg chg="custSel addSld modSld">
      <pc:chgData name="B. Sivarangjenii" userId="6a1ad3bd27ff0c4f" providerId="LiveId" clId="{C5D502D5-499E-41D2-909C-CF4C9B8B2576}" dt="2026-07-18T08:59:58.366" v="228" actId="14100"/>
      <pc:docMkLst>
        <pc:docMk/>
      </pc:docMkLst>
      <pc:sldChg chg="addSp delSp modSp mod">
        <pc:chgData name="B. Sivarangjenii" userId="6a1ad3bd27ff0c4f" providerId="LiveId" clId="{C5D502D5-499E-41D2-909C-CF4C9B8B2576}" dt="2026-07-18T08:59:58.366" v="228" actId="14100"/>
        <pc:sldMkLst>
          <pc:docMk/>
          <pc:sldMk cId="1482736033" sldId="259"/>
        </pc:sldMkLst>
        <pc:spChg chg="mod">
          <ac:chgData name="B. Sivarangjenii" userId="6a1ad3bd27ff0c4f" providerId="LiveId" clId="{C5D502D5-499E-41D2-909C-CF4C9B8B2576}" dt="2026-07-18T08:54:36.849" v="160" actId="20577"/>
          <ac:spMkLst>
            <pc:docMk/>
            <pc:sldMk cId="1482736033" sldId="259"/>
            <ac:spMk id="2" creationId="{DBF5591D-CA50-CDB4-9994-95F305D2A98A}"/>
          </ac:spMkLst>
        </pc:spChg>
        <pc:spChg chg="mod">
          <ac:chgData name="B. Sivarangjenii" userId="6a1ad3bd27ff0c4f" providerId="LiveId" clId="{C5D502D5-499E-41D2-909C-CF4C9B8B2576}" dt="2026-07-18T08:59:54.552" v="226" actId="27636"/>
          <ac:spMkLst>
            <pc:docMk/>
            <pc:sldMk cId="1482736033" sldId="259"/>
            <ac:spMk id="3" creationId="{D9822544-EF3D-4CBF-11F3-229C0A32FDF4}"/>
          </ac:spMkLst>
        </pc:spChg>
        <pc:picChg chg="add del mod">
          <ac:chgData name="B. Sivarangjenii" userId="6a1ad3bd27ff0c4f" providerId="LiveId" clId="{C5D502D5-499E-41D2-909C-CF4C9B8B2576}" dt="2026-07-18T08:52:31.801" v="140" actId="478"/>
          <ac:picMkLst>
            <pc:docMk/>
            <pc:sldMk cId="1482736033" sldId="259"/>
            <ac:picMk id="4" creationId="{99A7E747-C3CB-C635-E542-01C7BE530462}"/>
          </ac:picMkLst>
        </pc:picChg>
        <pc:picChg chg="add del">
          <ac:chgData name="B. Sivarangjenii" userId="6a1ad3bd27ff0c4f" providerId="LiveId" clId="{C5D502D5-499E-41D2-909C-CF4C9B8B2576}" dt="2026-07-18T08:52:30.224" v="139" actId="478"/>
          <ac:picMkLst>
            <pc:docMk/>
            <pc:sldMk cId="1482736033" sldId="259"/>
            <ac:picMk id="5" creationId="{1F305232-B6B4-019B-3869-07F9E3F607B0}"/>
          </ac:picMkLst>
        </pc:picChg>
        <pc:picChg chg="add mod">
          <ac:chgData name="B. Sivarangjenii" userId="6a1ad3bd27ff0c4f" providerId="LiveId" clId="{C5D502D5-499E-41D2-909C-CF4C9B8B2576}" dt="2026-07-18T08:59:58.366" v="228" actId="14100"/>
          <ac:picMkLst>
            <pc:docMk/>
            <pc:sldMk cId="1482736033" sldId="259"/>
            <ac:picMk id="6" creationId="{DBD639C3-8635-F0FC-33B4-253460B4D4E6}"/>
          </ac:picMkLst>
        </pc:picChg>
      </pc:sldChg>
      <pc:sldChg chg="addSp modSp mod">
        <pc:chgData name="B. Sivarangjenii" userId="6a1ad3bd27ff0c4f" providerId="LiveId" clId="{C5D502D5-499E-41D2-909C-CF4C9B8B2576}" dt="2026-07-18T08:58:50.672" v="207" actId="14100"/>
        <pc:sldMkLst>
          <pc:docMk/>
          <pc:sldMk cId="2782996745" sldId="260"/>
        </pc:sldMkLst>
        <pc:spChg chg="mod">
          <ac:chgData name="B. Sivarangjenii" userId="6a1ad3bd27ff0c4f" providerId="LiveId" clId="{C5D502D5-499E-41D2-909C-CF4C9B8B2576}" dt="2026-07-18T08:54:30.989" v="158" actId="20577"/>
          <ac:spMkLst>
            <pc:docMk/>
            <pc:sldMk cId="2782996745" sldId="260"/>
            <ac:spMk id="2" creationId="{42E2657A-0DF0-8F15-EA8C-ED7EFB0AA68E}"/>
          </ac:spMkLst>
        </pc:spChg>
        <pc:spChg chg="mod">
          <ac:chgData name="B. Sivarangjenii" userId="6a1ad3bd27ff0c4f" providerId="LiveId" clId="{C5D502D5-499E-41D2-909C-CF4C9B8B2576}" dt="2026-07-18T08:58:37.076" v="203" actId="14100"/>
          <ac:spMkLst>
            <pc:docMk/>
            <pc:sldMk cId="2782996745" sldId="260"/>
            <ac:spMk id="3" creationId="{C4EF7F63-A974-66F2-518C-7317619BC208}"/>
          </ac:spMkLst>
        </pc:spChg>
        <pc:picChg chg="add mod">
          <ac:chgData name="B. Sivarangjenii" userId="6a1ad3bd27ff0c4f" providerId="LiveId" clId="{C5D502D5-499E-41D2-909C-CF4C9B8B2576}" dt="2026-07-18T08:58:50.672" v="207" actId="14100"/>
          <ac:picMkLst>
            <pc:docMk/>
            <pc:sldMk cId="2782996745" sldId="260"/>
            <ac:picMk id="4" creationId="{35932C28-B1D1-9AB4-1D43-4F6A774B0CF1}"/>
          </ac:picMkLst>
        </pc:picChg>
      </pc:sldChg>
      <pc:sldChg chg="modSp mod">
        <pc:chgData name="B. Sivarangjenii" userId="6a1ad3bd27ff0c4f" providerId="LiveId" clId="{C5D502D5-499E-41D2-909C-CF4C9B8B2576}" dt="2026-07-18T08:10:23.864" v="110" actId="5793"/>
        <pc:sldMkLst>
          <pc:docMk/>
          <pc:sldMk cId="483020580" sldId="262"/>
        </pc:sldMkLst>
        <pc:spChg chg="mod">
          <ac:chgData name="B. Sivarangjenii" userId="6a1ad3bd27ff0c4f" providerId="LiveId" clId="{C5D502D5-499E-41D2-909C-CF4C9B8B2576}" dt="2026-07-18T08:10:10.094" v="105" actId="27636"/>
          <ac:spMkLst>
            <pc:docMk/>
            <pc:sldMk cId="483020580" sldId="262"/>
            <ac:spMk id="2" creationId="{DEB4B2C0-A1BE-CA99-07E6-132B05C49F28}"/>
          </ac:spMkLst>
        </pc:spChg>
        <pc:spChg chg="mod">
          <ac:chgData name="B. Sivarangjenii" userId="6a1ad3bd27ff0c4f" providerId="LiveId" clId="{C5D502D5-499E-41D2-909C-CF4C9B8B2576}" dt="2026-07-18T08:10:23.864" v="110" actId="5793"/>
          <ac:spMkLst>
            <pc:docMk/>
            <pc:sldMk cId="483020580" sldId="262"/>
            <ac:spMk id="3" creationId="{A5D75BF1-0453-AC59-ACA5-6F638C717C25}"/>
          </ac:spMkLst>
        </pc:spChg>
        <pc:spChg chg="mod">
          <ac:chgData name="B. Sivarangjenii" userId="6a1ad3bd27ff0c4f" providerId="LiveId" clId="{C5D502D5-499E-41D2-909C-CF4C9B8B2576}" dt="2026-07-18T08:10:17.768" v="107" actId="14100"/>
          <ac:spMkLst>
            <pc:docMk/>
            <pc:sldMk cId="483020580" sldId="262"/>
            <ac:spMk id="4" creationId="{BE02E2AB-7AB5-F8F0-746C-700CA204B13D}"/>
          </ac:spMkLst>
        </pc:spChg>
      </pc:sldChg>
      <pc:sldChg chg="addSp modSp mod">
        <pc:chgData name="B. Sivarangjenii" userId="6a1ad3bd27ff0c4f" providerId="LiveId" clId="{C5D502D5-499E-41D2-909C-CF4C9B8B2576}" dt="2026-07-18T08:09:58.089" v="102" actId="14100"/>
        <pc:sldMkLst>
          <pc:docMk/>
          <pc:sldMk cId="3224618270" sldId="263"/>
        </pc:sldMkLst>
        <pc:spChg chg="mod">
          <ac:chgData name="B. Sivarangjenii" userId="6a1ad3bd27ff0c4f" providerId="LiveId" clId="{C5D502D5-499E-41D2-909C-CF4C9B8B2576}" dt="2026-07-18T08:09:28.890" v="96" actId="27636"/>
          <ac:spMkLst>
            <pc:docMk/>
            <pc:sldMk cId="3224618270" sldId="263"/>
            <ac:spMk id="2" creationId="{7C9EE25D-3390-86DD-A002-4A5619EFD731}"/>
          </ac:spMkLst>
        </pc:spChg>
        <pc:spChg chg="mod">
          <ac:chgData name="B. Sivarangjenii" userId="6a1ad3bd27ff0c4f" providerId="LiveId" clId="{C5D502D5-499E-41D2-909C-CF4C9B8B2576}" dt="2026-07-18T08:09:45.117" v="99" actId="12"/>
          <ac:spMkLst>
            <pc:docMk/>
            <pc:sldMk cId="3224618270" sldId="263"/>
            <ac:spMk id="3" creationId="{7B890381-ADE6-905D-4B7E-141EAA857E38}"/>
          </ac:spMkLst>
        </pc:spChg>
        <pc:spChg chg="add mod">
          <ac:chgData name="B. Sivarangjenii" userId="6a1ad3bd27ff0c4f" providerId="LiveId" clId="{C5D502D5-499E-41D2-909C-CF4C9B8B2576}" dt="2026-07-18T08:09:58.089" v="102" actId="14100"/>
          <ac:spMkLst>
            <pc:docMk/>
            <pc:sldMk cId="3224618270" sldId="263"/>
            <ac:spMk id="4" creationId="{829B047F-6326-4855-D996-AE5135CE7CAA}"/>
          </ac:spMkLst>
        </pc:spChg>
      </pc:sldChg>
      <pc:sldChg chg="modSp mod">
        <pc:chgData name="B. Sivarangjenii" userId="6a1ad3bd27ff0c4f" providerId="LiveId" clId="{C5D502D5-499E-41D2-909C-CF4C9B8B2576}" dt="2026-07-18T08:09:00.421" v="93" actId="14100"/>
        <pc:sldMkLst>
          <pc:docMk/>
          <pc:sldMk cId="1289490075" sldId="264"/>
        </pc:sldMkLst>
        <pc:spChg chg="mod">
          <ac:chgData name="B. Sivarangjenii" userId="6a1ad3bd27ff0c4f" providerId="LiveId" clId="{C5D502D5-499E-41D2-909C-CF4C9B8B2576}" dt="2026-07-18T08:08:41.105" v="92" actId="27636"/>
          <ac:spMkLst>
            <pc:docMk/>
            <pc:sldMk cId="1289490075" sldId="264"/>
            <ac:spMk id="2" creationId="{5F2E76D9-6F9A-EAA3-8E1F-00185255A434}"/>
          </ac:spMkLst>
        </pc:spChg>
        <pc:spChg chg="mod">
          <ac:chgData name="B. Sivarangjenii" userId="6a1ad3bd27ff0c4f" providerId="LiveId" clId="{C5D502D5-499E-41D2-909C-CF4C9B8B2576}" dt="2026-07-18T08:09:00.421" v="93" actId="14100"/>
          <ac:spMkLst>
            <pc:docMk/>
            <pc:sldMk cId="1289490075" sldId="264"/>
            <ac:spMk id="3" creationId="{1A2D40BF-C85B-B5A5-792D-07787FC7691C}"/>
          </ac:spMkLst>
        </pc:spChg>
      </pc:sldChg>
      <pc:sldChg chg="modSp mod">
        <pc:chgData name="B. Sivarangjenii" userId="6a1ad3bd27ff0c4f" providerId="LiveId" clId="{C5D502D5-499E-41D2-909C-CF4C9B8B2576}" dt="2026-07-18T08:08:31.013" v="89" actId="14100"/>
        <pc:sldMkLst>
          <pc:docMk/>
          <pc:sldMk cId="2472884713" sldId="265"/>
        </pc:sldMkLst>
        <pc:spChg chg="mod">
          <ac:chgData name="B. Sivarangjenii" userId="6a1ad3bd27ff0c4f" providerId="LiveId" clId="{C5D502D5-499E-41D2-909C-CF4C9B8B2576}" dt="2026-07-18T08:08:26.297" v="88" actId="27636"/>
          <ac:spMkLst>
            <pc:docMk/>
            <pc:sldMk cId="2472884713" sldId="265"/>
            <ac:spMk id="2" creationId="{F68CB7D5-EFCB-2DA6-520A-EC0BA0091482}"/>
          </ac:spMkLst>
        </pc:spChg>
        <pc:spChg chg="mod">
          <ac:chgData name="B. Sivarangjenii" userId="6a1ad3bd27ff0c4f" providerId="LiveId" clId="{C5D502D5-499E-41D2-909C-CF4C9B8B2576}" dt="2026-07-18T08:08:31.013" v="89" actId="14100"/>
          <ac:spMkLst>
            <pc:docMk/>
            <pc:sldMk cId="2472884713" sldId="265"/>
            <ac:spMk id="3" creationId="{70621357-4B32-3F79-FC63-35A66688C0CA}"/>
          </ac:spMkLst>
        </pc:spChg>
      </pc:sldChg>
      <pc:sldChg chg="addSp delSp modSp new mod">
        <pc:chgData name="B. Sivarangjenii" userId="6a1ad3bd27ff0c4f" providerId="LiveId" clId="{C5D502D5-499E-41D2-909C-CF4C9B8B2576}" dt="2026-07-18T08:59:08.304" v="212" actId="14100"/>
        <pc:sldMkLst>
          <pc:docMk/>
          <pc:sldMk cId="2427895647" sldId="266"/>
        </pc:sldMkLst>
        <pc:spChg chg="mod">
          <ac:chgData name="B. Sivarangjenii" userId="6a1ad3bd27ff0c4f" providerId="LiveId" clId="{C5D502D5-499E-41D2-909C-CF4C9B8B2576}" dt="2026-07-18T08:54:24.877" v="154" actId="20577"/>
          <ac:spMkLst>
            <pc:docMk/>
            <pc:sldMk cId="2427895647" sldId="266"/>
            <ac:spMk id="2" creationId="{67B2E5C4-B934-4D22-70A5-DE583276D877}"/>
          </ac:spMkLst>
        </pc:spChg>
        <pc:spChg chg="del">
          <ac:chgData name="B. Sivarangjenii" userId="6a1ad3bd27ff0c4f" providerId="LiveId" clId="{C5D502D5-499E-41D2-909C-CF4C9B8B2576}" dt="2026-07-18T08:57:49.189" v="189"/>
          <ac:spMkLst>
            <pc:docMk/>
            <pc:sldMk cId="2427895647" sldId="266"/>
            <ac:spMk id="3" creationId="{5E962B24-D4C9-89DD-44D1-B0C9BB1BA332}"/>
          </ac:spMkLst>
        </pc:spChg>
        <pc:spChg chg="add mod">
          <ac:chgData name="B. Sivarangjenii" userId="6a1ad3bd27ff0c4f" providerId="LiveId" clId="{C5D502D5-499E-41D2-909C-CF4C9B8B2576}" dt="2026-07-18T08:56:45.016" v="188" actId="14100"/>
          <ac:spMkLst>
            <pc:docMk/>
            <pc:sldMk cId="2427895647" sldId="266"/>
            <ac:spMk id="5" creationId="{D0FE7550-2793-5071-569F-F72E68AF9CEC}"/>
          </ac:spMkLst>
        </pc:spChg>
        <pc:picChg chg="add mod">
          <ac:chgData name="B. Sivarangjenii" userId="6a1ad3bd27ff0c4f" providerId="LiveId" clId="{C5D502D5-499E-41D2-909C-CF4C9B8B2576}" dt="2026-07-18T08:59:08.304" v="212" actId="14100"/>
          <ac:picMkLst>
            <pc:docMk/>
            <pc:sldMk cId="2427895647" sldId="266"/>
            <ac:picMk id="6" creationId="{5550EB02-B06E-C5B7-9095-213534A69C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96FED-BE0B-4EE1-9712-9C0EA147F25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5EEE9-251C-4562-9828-15DA59560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62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5EEE9-251C-4562-9828-15DA59560F2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27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A6D2-C420-F63F-8CE3-B538E39AA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4E95B-D71E-0660-2FD7-75D979F80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838F4-C1FE-F360-EEB9-2DDA0CEC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43555-B86A-A541-FFF5-27C4EB45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C29FF-9828-DB02-53AE-31F6BB00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39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0334-BAF5-20C1-A14C-09233E73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5AB80-6AF1-E665-4DE6-FC612B16A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05F49-FC60-86CD-2F74-8FFCC4A0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E8574-D068-C0A8-417E-BED9F67B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BADF1-FCEF-9151-9A6B-ED5046EF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87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BBE2-9484-5A06-9B5F-2E411BE24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8B22B-58AE-AE87-169B-5DCC8BE94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2DBB4-3211-DE5F-F0F5-216C2E7A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99478-8D88-4CFB-8E73-34964D28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7C12F-6E74-3A88-B16D-CD76ACA9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77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FB5E-3CE1-05C3-4969-3E850C7E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D5B3-DB5C-BC45-0F5F-3F7F8CA6F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963E7-2DD6-FB7F-F66E-0397081E3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72FDC-B5C6-926A-337D-F855C7FA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19FC8-A531-7AE7-751F-32B1F21D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CC5B0-46F8-3D79-B1DF-92489588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1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15B8-358B-403C-1BD3-3E6D0DCF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EFE77-D5DF-D2AF-B40B-AFEFFFAD4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B92C-BCED-CB85-003A-27D2A7A95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AD4B1F-AD76-1757-3DD5-10B3ADCE9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D55E4-E091-63F1-F146-6D9E0511F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A76B4-C8A2-83BB-A1EE-BB222678B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93D85-9C6F-046E-CDF3-56430F09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E497E-11E9-FB83-4310-B0749CDB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5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ADE8C-F87F-B5D3-25B6-A2EBE6CA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DE6F4-6DFD-C4F4-81C5-FBD5607E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24E34-0FBC-B29A-5FC1-A28A5490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69AE0-7187-98D1-F8B0-37F20167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64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985EF-5571-C8E0-2C4B-00AAD98A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276FC-E495-1825-8CA6-FD8CF22B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86A27-F5EB-1A86-7E57-F9FE58F5C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17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A3A6-B02F-5C65-6D11-07802C5B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E47E2-A3F6-FFFE-107C-9829E2E4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DEAB7-B22D-AB71-78AC-D6178A80D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40DCA-B487-C5A2-338C-2D883CD28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F7299-A95D-7DFE-1E9C-7DF5615D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05F65-5C0D-3BA8-E71D-E9CB3D47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6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E385-3DBB-1B15-E447-31B8E40C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452F2-B075-26DF-A5B3-DBFBF03DC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91011-7A31-3183-506A-D857A8A53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E223C-8D13-8996-F7B5-87F9FB52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65B95-5C07-F2FD-7346-BD8E4FEF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624A1-4E7F-D8F3-049F-93E8C5CA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130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6B56-B779-7DDD-B2B0-9FFEB0E99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99B2A-69FB-68D0-D921-98795D57A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E923B-C41D-F42D-5F30-FA858B57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178F2-188A-2B2A-043D-0A847DF7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2412-1C66-92A5-5847-5B228D03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3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1B1D9-07A9-876D-7CD0-3CC970AD5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B03A8-B305-D9A9-C9BD-1A2D7A204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C7772-BE4E-A014-53C9-4B28FEF4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B3D0-1A90-662B-4B51-49E959A61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0968A-4237-78D4-B70D-4440E6C3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92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5A571-CCB3-24A1-D056-B7C5827B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AA1E9-CF47-A8A2-3467-7581D63A9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B73B7-A31F-3032-A603-1516C3B63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EDCE9-9884-4DA5-9CB5-91ACECAC262B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E17CF-F275-EB10-F528-E0D95308A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CDAD3-FA5B-5E5B-7C46-65B9188FB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08BC0-D434-4381-BC1C-8EA0D876A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8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8A02-DFE8-5488-53FC-29D073990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001760" cy="1011237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PROCESSOR ARCHITECTURE: INTEL CORE VS AMD RYZEN VS ARM CORTEX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3EDAF-FA12-E63D-0DAF-390E8072C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6880" y="3952240"/>
            <a:ext cx="2885440" cy="178339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SIVARANGJENII 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(192521375)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3250E-6A96-9C68-6405-0E53C22BD9DF}"/>
              </a:ext>
            </a:extLst>
          </p:cNvPr>
          <p:cNvSpPr txBox="1"/>
          <p:nvPr/>
        </p:nvSpPr>
        <p:spPr>
          <a:xfrm>
            <a:off x="1249680" y="4012941"/>
            <a:ext cx="3881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DR.RADHIKA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750DB-C51F-35E0-D9B3-68EBDAB493AA}"/>
              </a:ext>
            </a:extLst>
          </p:cNvPr>
          <p:cNvSpPr txBox="1"/>
          <p:nvPr/>
        </p:nvSpPr>
        <p:spPr>
          <a:xfrm>
            <a:off x="2021840" y="2468880"/>
            <a:ext cx="817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– CSA1214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76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ABCB-0EE4-280E-78DC-994C7AA2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560" y="-1"/>
            <a:ext cx="10429240" cy="6810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9E43C-ED14-09F9-158B-CBFB32F88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560" y="1016000"/>
            <a:ext cx="10429240" cy="51609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b="1" dirty="0"/>
              <a:t>1.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Processor?</a:t>
            </a:r>
          </a:p>
          <a:p>
            <a:pPr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processor, also called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brain of a computer. It executes instructions, performs calculations, and controls the overall operation of the system.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2.What is Processor Architecture?</a:t>
            </a:r>
          </a:p>
          <a:p>
            <a:pPr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architecture refers to the internal design and organization of a CPU, including its instruction set, processing cores, cache memory, pipelines, and execution units.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</a:t>
            </a:r>
          </a:p>
          <a:p>
            <a:pPr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modern processor architectures. </a:t>
            </a:r>
          </a:p>
          <a:p>
            <a:pPr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Intel Core, AMD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ARM Cortex. </a:t>
            </a:r>
          </a:p>
          <a:p>
            <a:pPr algn="just">
              <a:lnSpc>
                <a:spcPct val="12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features, performance, and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49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9DA7-EFD9-19F5-9373-8BE388465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60" y="1"/>
            <a:ext cx="9824720" cy="5791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56615-7667-59F4-8947-78F5943EB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40" y="1432560"/>
            <a:ext cx="10297160" cy="474440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Carl Hamacher et al.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and Embedded Systems (7th Edition)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explains modern processor organization and embedded architectures. </a:t>
            </a:r>
          </a:p>
          <a:p>
            <a:pPr algn="just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P. Hayes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and Organization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covering processor performance, pipelining, and memory hierarchy. </a:t>
            </a:r>
          </a:p>
          <a:p>
            <a:pPr algn="just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Morris Mano &amp; Rajib Mall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Architecture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fundamental concepts of CPU organization and instruction execution. </a:t>
            </a:r>
          </a:p>
          <a:p>
            <a:pPr algn="just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developments in Intel, AMD, and ARM architectures have introduced multi-core processors, AI acceleration, energy-efficient designs, and advanced cache systems.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96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591D-CA50-CDB4-9994-95F305D2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307320" cy="5994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22544-EF3D-4CBF-11F3-229C0A32F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0" y="497841"/>
            <a:ext cx="4643120" cy="59944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Architecture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6" name="Picture 5" descr="Intel Core i9-9900K, review: análisis y pruebas de rendimiento">
            <a:extLst>
              <a:ext uri="{FF2B5EF4-FFF2-40B4-BE49-F238E27FC236}">
                <a16:creationId xmlns:a16="http://schemas.microsoft.com/office/drawing/2014/main" id="{DBD639C3-8635-F0FC-33B4-253460B4D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16000"/>
            <a:ext cx="10822804" cy="52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3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657A-0DF0-8F15-EA8C-ED7EFB0A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960" y="1"/>
            <a:ext cx="953008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F7F63-A974-66F2-518C-7317619B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558801"/>
            <a:ext cx="8514080" cy="5994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 descr="抽獎法則再現 ?! AMD 部分 Ryzen 5 5600X、Ryzen 7 5800X 或存在開核的機會 - XFastest Hong Kong">
            <a:extLst>
              <a:ext uri="{FF2B5EF4-FFF2-40B4-BE49-F238E27FC236}">
                <a16:creationId xmlns:a16="http://schemas.microsoft.com/office/drawing/2014/main" id="{35932C28-B1D1-9AB4-1D43-4F6A774B0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40" y="1005464"/>
            <a:ext cx="10424160" cy="550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96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E5C4-B934-4D22-70A5-DE583276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040" y="1"/>
            <a:ext cx="1027176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endParaRPr lang="en-IN" dirty="0"/>
          </a:p>
        </p:txBody>
      </p:sp>
      <p:pic>
        <p:nvPicPr>
          <p:cNvPr id="6" name="Content Placeholder 5" descr="Cortex-A510 Product Support">
            <a:extLst>
              <a:ext uri="{FF2B5EF4-FFF2-40B4-BE49-F238E27FC236}">
                <a16:creationId xmlns:a16="http://schemas.microsoft.com/office/drawing/2014/main" id="{5550EB02-B06E-C5B7-9095-213534A69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105" y="1483360"/>
            <a:ext cx="10589935" cy="4856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FE7550-2793-5071-569F-F72E68AF9CEC}"/>
              </a:ext>
            </a:extLst>
          </p:cNvPr>
          <p:cNvSpPr txBox="1"/>
          <p:nvPr/>
        </p:nvSpPr>
        <p:spPr>
          <a:xfrm>
            <a:off x="3210560" y="681038"/>
            <a:ext cx="593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Cortex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2789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0B90-7CD9-C093-13BA-7955F431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760" y="1"/>
            <a:ext cx="10444480" cy="51815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5FDC4A-902D-D8D7-4746-0C69E34D4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701148"/>
              </p:ext>
            </p:extLst>
          </p:nvPr>
        </p:nvGraphicFramePr>
        <p:xfrm>
          <a:off x="1534160" y="1209040"/>
          <a:ext cx="9448801" cy="4856481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1789411">
                  <a:extLst>
                    <a:ext uri="{9D8B030D-6E8A-4147-A177-3AD203B41FA5}">
                      <a16:colId xmlns:a16="http://schemas.microsoft.com/office/drawing/2014/main" val="1972147665"/>
                    </a:ext>
                  </a:extLst>
                </a:gridCol>
                <a:gridCol w="2553130">
                  <a:extLst>
                    <a:ext uri="{9D8B030D-6E8A-4147-A177-3AD203B41FA5}">
                      <a16:colId xmlns:a16="http://schemas.microsoft.com/office/drawing/2014/main" val="2486095694"/>
                    </a:ext>
                  </a:extLst>
                </a:gridCol>
                <a:gridCol w="2553130">
                  <a:extLst>
                    <a:ext uri="{9D8B030D-6E8A-4147-A177-3AD203B41FA5}">
                      <a16:colId xmlns:a16="http://schemas.microsoft.com/office/drawing/2014/main" val="3106146592"/>
                    </a:ext>
                  </a:extLst>
                </a:gridCol>
                <a:gridCol w="2553130">
                  <a:extLst>
                    <a:ext uri="{9D8B030D-6E8A-4147-A177-3AD203B41FA5}">
                      <a16:colId xmlns:a16="http://schemas.microsoft.com/office/drawing/2014/main" val="809099928"/>
                    </a:ext>
                  </a:extLst>
                </a:gridCol>
              </a:tblGrid>
              <a:tr h="59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AMD Ryzen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 Cortex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53183"/>
                  </a:ext>
                </a:extLst>
              </a:tr>
              <a:tr h="59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x86-64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x86-64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 (RISC)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615814"/>
                  </a:ext>
                </a:extLst>
              </a:tr>
              <a:tr h="59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998951"/>
                  </a:ext>
                </a:extLst>
              </a:tr>
              <a:tr h="841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260728"/>
                  </a:ext>
                </a:extLst>
              </a:tr>
              <a:tr h="59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Multitasking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760802"/>
                  </a:ext>
                </a:extLst>
              </a:tr>
              <a:tr h="59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Life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654000"/>
                  </a:ext>
                </a:extLst>
              </a:tr>
              <a:tr h="1040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PCs &amp; Laptops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Gaming &amp; Workstations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&amp; Embedded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1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8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B2C0-A1BE-CA99-07E6-132B05C4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6132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75BF1-0453-AC59-ACA5-6F638C717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310640"/>
            <a:ext cx="5130800" cy="48663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single-core performance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 speed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compatibility with software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multi-core performance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price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multitasking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2E2AB-7AB5-F8F0-746C-700CA204B13D}"/>
              </a:ext>
            </a:extLst>
          </p:cNvPr>
          <p:cNvSpPr txBox="1"/>
          <p:nvPr/>
        </p:nvSpPr>
        <p:spPr>
          <a:xfrm>
            <a:off x="6634480" y="1706880"/>
            <a:ext cx="49377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Cortex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power consumption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battery life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smartphones and IoT devices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02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E25D-3390-86DD-A002-4A5619EF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80" y="1"/>
            <a:ext cx="10078720" cy="54863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90381-ADE6-905D-4B7E-141EAA857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880" y="1737361"/>
            <a:ext cx="4521200" cy="40335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accelerators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processor architectures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Chiplet-based processor design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stacked cache technology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047F-6326-4855-D996-AE5135CE7CAA}"/>
              </a:ext>
            </a:extLst>
          </p:cNvPr>
          <p:cNvSpPr txBox="1"/>
          <p:nvPr/>
        </p:nvSpPr>
        <p:spPr>
          <a:xfrm>
            <a:off x="6471922" y="1625600"/>
            <a:ext cx="51968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support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Ultra-low power processors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processors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security features 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ustainable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energy-efficient computing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2461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76D9-6F9A-EAA3-8E1F-00185255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20" y="1"/>
            <a:ext cx="10419080" cy="56895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D40BF-C85B-B5A5-792D-07787FC76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4160"/>
            <a:ext cx="10256520" cy="464280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processor architectures have significantly improved computing performance, efficiency, and scalability.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offers excellent speed and strong single-core performance.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outstanding multi-core performance and value.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Cortex delivers exceptional power efficiency for mobile and embedded devices.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of processor depends on the intended application, making each architecture suitable for different computing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490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B7D5-EFCB-2DA6-520A-EC0BA0091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94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21357-4B32-3F79-FC63-35A66688C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59840"/>
            <a:ext cx="10287000" cy="4917123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Hamacher, V. C.,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Vranesic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 G., &amp; Zaky, S. G.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and Embedded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(7th ed.). McGraw-Hill.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Hayes, J. P. (2023).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and Organization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ed.). McGraw-Hill.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Mano, M. M., &amp; Mall, R. (2017).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rev. ed.). Pearson.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Goankar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S. (2019).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Architecture, Programming, and Applications with 8085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(6th ed.).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Ltd., Intel Corporation, &amp; AMD. (n.d.). Official technical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47288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554</Words>
  <Application>Microsoft Office PowerPoint</Application>
  <PresentationFormat>Widescreen</PresentationFormat>
  <Paragraphs>96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MODERN PROCESSOR ARCHITECTURE: INTEL CORE VS AMD RYZEN VS ARM CORTEX</vt:lpstr>
      <vt:lpstr>INTRODUCTION</vt:lpstr>
      <vt:lpstr>LITERATURE REVIEW</vt:lpstr>
      <vt:lpstr>MODULE 1</vt:lpstr>
      <vt:lpstr>MODULE 2</vt:lpstr>
      <vt:lpstr>MODULE 3</vt:lpstr>
      <vt:lpstr>ARCHITECTURE COMPARISON</vt:lpstr>
      <vt:lpstr>ADVANTAGES</vt:lpstr>
      <vt:lpstr>FUTURE SCOPE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B. Sivarangjenii</dc:creator>
  <cp:lastModifiedBy>B. Sivarangjenii</cp:lastModifiedBy>
  <cp:revision>2</cp:revision>
  <dcterms:created xsi:type="dcterms:W3CDTF">2026-07-17T09:14:52Z</dcterms:created>
  <dcterms:modified xsi:type="dcterms:W3CDTF">2026-07-18T09:00:03Z</dcterms:modified>
</cp:coreProperties>
</file>